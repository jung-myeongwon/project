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F978C-6935-48C7-A028-43932BA48426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B1EB4-A1F7-4B88-91B8-3739CCB5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1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B1EB4-A1F7-4B88-91B8-3739CCB5E89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83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87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60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1097280"/>
            <a:ext cx="54864" cy="29260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109728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D9488"/>
                </a:solidFill>
                <a:latin typeface="Calibri"/>
              </a:rPr>
              <a:t>전자공학기초실험 — 최종발표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7315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1B2A4A"/>
                </a:solidFill>
                <a:latin typeface="Calibri"/>
              </a:rPr>
              <a:t>TasteLab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dirty="0" err="1">
                <a:solidFill>
                  <a:srgbClr val="475569"/>
                </a:solidFill>
                <a:latin typeface="Calibri"/>
              </a:rPr>
              <a:t>영화</a:t>
            </a:r>
            <a:r>
              <a:rPr sz="1800" b="0" dirty="0">
                <a:solidFill>
                  <a:srgbClr val="475569"/>
                </a:solidFill>
                <a:latin typeface="Calibri"/>
              </a:rPr>
              <a:t> &amp; </a:t>
            </a:r>
            <a:r>
              <a:rPr sz="1800" b="0" dirty="0" err="1">
                <a:solidFill>
                  <a:srgbClr val="475569"/>
                </a:solidFill>
                <a:latin typeface="Calibri"/>
              </a:rPr>
              <a:t>음악</a:t>
            </a:r>
            <a:r>
              <a:rPr sz="18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Calibri"/>
              </a:rPr>
              <a:t>추천</a:t>
            </a:r>
            <a:r>
              <a:rPr sz="18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Calibri"/>
              </a:rPr>
              <a:t>시스템</a:t>
            </a:r>
            <a:endParaRPr sz="18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342900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1" dirty="0">
              <a:solidFill>
                <a:srgbClr val="0D948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dirty="0" err="1">
                <a:solidFill>
                  <a:srgbClr val="1B2A4A"/>
                </a:solidFill>
                <a:latin typeface="Calibri"/>
              </a:rPr>
              <a:t>발표</a:t>
            </a:r>
            <a:r>
              <a:rPr sz="2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B2A4A"/>
                </a:solidFill>
                <a:latin typeface="Calibri"/>
              </a:rPr>
              <a:t>개요</a:t>
            </a:r>
            <a:endParaRPr sz="2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8853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1419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504299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431147"/>
            <a:ext cx="7132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 err="1">
                <a:solidFill>
                  <a:srgbClr val="1B2A4A"/>
                </a:solidFill>
                <a:latin typeface="Calibri"/>
              </a:rPr>
              <a:t>사용자</a:t>
            </a:r>
            <a:r>
              <a:rPr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2A4A"/>
                </a:solidFill>
                <a:latin typeface="Calibri"/>
              </a:rPr>
              <a:t>프로필</a:t>
            </a:r>
            <a:r>
              <a:rPr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2A4A"/>
                </a:solidFill>
                <a:latin typeface="Calibri"/>
              </a:rPr>
              <a:t>기반</a:t>
            </a:r>
            <a:r>
              <a:rPr sz="1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2A4A"/>
                </a:solidFill>
                <a:latin typeface="Calibri"/>
              </a:rPr>
              <a:t>개인화</a:t>
            </a:r>
            <a:endParaRPr sz="1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1600" y="1778619"/>
            <a:ext cx="71323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한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PC에서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여러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사람·상황별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취향을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분리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관리</a:t>
            </a:r>
            <a:endParaRPr sz="12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600095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00095"/>
            <a:ext cx="73152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" y="2782975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709823"/>
            <a:ext cx="7132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AI 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57295"/>
            <a:ext cx="71323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자연어 대화로 추천받는 챗봇 + 플로팅 AI 위젯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63898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863898"/>
            <a:ext cx="73152" cy="822960"/>
          </a:xfrm>
          <a:prstGeom prst="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046778"/>
            <a:ext cx="457200" cy="457200"/>
          </a:xfrm>
          <a:prstGeom prst="ellipse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973626"/>
            <a:ext cx="7132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데스크톱 앱으로 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321098"/>
            <a:ext cx="71323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TasteLab.exe 더블클릭으로 실행되는 배포형 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06298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1B2A4A"/>
                </a:solidFill>
                <a:latin typeface="Calibri"/>
              </a:rPr>
              <a:t>개선점</a:t>
            </a:r>
            <a:r>
              <a:rPr sz="2000" b="1" dirty="0">
                <a:solidFill>
                  <a:srgbClr val="1B2A4A"/>
                </a:solidFill>
                <a:latin typeface="Calibri"/>
              </a:rPr>
              <a:t> 1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0D9488"/>
                </a:solidFill>
                <a:latin typeface="Calibri"/>
              </a:rPr>
              <a:t>사용자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프로필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기반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개인화</a:t>
            </a:r>
            <a:endParaRPr sz="2000" b="1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12158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12158"/>
            <a:ext cx="7955279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92400E"/>
                </a:solidFill>
                <a:latin typeface="Calibri"/>
              </a:rPr>
              <a:t>브라우저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localStorage에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사용자별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취향·피드백을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분리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저장</a:t>
            </a:r>
            <a:endParaRPr sz="1300" b="1" dirty="0">
              <a:solidFill>
                <a:srgbClr val="92400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830656"/>
            <a:ext cx="269748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30656"/>
            <a:ext cx="26974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30656"/>
            <a:ext cx="2423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① 프로필 분리 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33576"/>
            <a:ext cx="242316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profile1/2/3 별 키 사용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tastelab:profileN:movieTaste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장르·감독·배우·좋아한 영화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를 프로필마다 따로 기억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30656"/>
            <a:ext cx="269748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830656"/>
            <a:ext cx="269748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79" y="1830656"/>
            <a:ext cx="24231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② 피드백 학습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79" y="2333576"/>
            <a:ext cx="242316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좋아요 → like_movies 자동 추가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별로/관심없음 → 추천에서 제외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(exclude_tmdb_ids 전달)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쓸수록 추천 정확도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30656"/>
            <a:ext cx="265176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830656"/>
            <a:ext cx="2651760" cy="411480"/>
          </a:xfrm>
          <a:prstGeom prst="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830656"/>
            <a:ext cx="23774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③ 프로필 스위처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333576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상단 프로필 1/2/3 선택 버튼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이름 편집 가능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("데이트용 / 혼자 / 가족용")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변경 시 추천 즉시 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8186"/>
            <a:ext cx="82296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028186"/>
            <a:ext cx="795527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D1FAF0"/>
                </a:solidFill>
                <a:latin typeface="Calibri"/>
              </a:rPr>
              <a:t>동일한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PC에서도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여러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사람·상황별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취향을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분리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관리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→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개인화</a:t>
            </a:r>
            <a:r>
              <a:rPr sz="130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D1FAF0"/>
                </a:solidFill>
                <a:latin typeface="Calibri"/>
              </a:rPr>
              <a:t>강화</a:t>
            </a:r>
            <a:endParaRPr sz="1300" b="1" dirty="0">
              <a:solidFill>
                <a:srgbClr val="D1FA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1B2A4A"/>
                </a:solidFill>
                <a:latin typeface="Calibri"/>
              </a:rPr>
              <a:t>개선점</a:t>
            </a:r>
            <a:r>
              <a:rPr sz="2000" b="1" dirty="0">
                <a:solidFill>
                  <a:srgbClr val="1B2A4A"/>
                </a:solidFill>
                <a:latin typeface="Calibri"/>
              </a:rPr>
              <a:t> 2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0D9488"/>
                </a:solidFill>
                <a:latin typeface="Calibri"/>
              </a:rPr>
              <a:t>AI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도입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(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대화형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추천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11042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백엔드 — 대화형 추천 엔진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2522"/>
            <a:ext cx="402336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22522"/>
            <a:ext cx="4023360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22522"/>
            <a:ext cx="37490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main.py 대화 세션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5442"/>
            <a:ext cx="3749040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•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세션별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취향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메모리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유지</a:t>
            </a:r>
            <a:endParaRPr sz="105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  (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장르·감독·배우·좋아한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영화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•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사용자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문장에서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키워드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자동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추출</a:t>
            </a:r>
            <a:endParaRPr sz="105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  _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extract_entities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()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•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취향이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쌓이면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기존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추천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엔진</a:t>
            </a:r>
            <a:endParaRPr sz="105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dirty="0">
                <a:solidFill>
                  <a:srgbClr val="1E293B"/>
                </a:solidFill>
                <a:latin typeface="Calibri"/>
              </a:rPr>
              <a:t> 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recommend_movies_and_music</a:t>
            </a:r>
            <a:r>
              <a:rPr sz="105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1E293B"/>
                </a:solidFill>
                <a:latin typeface="Calibri"/>
              </a:rPr>
              <a:t>호출</a:t>
            </a:r>
            <a:endParaRPr sz="105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011042"/>
            <a:ext cx="4114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프론트엔드 — 플로팅 AI 위젯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22522"/>
            <a:ext cx="402336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422522"/>
            <a:ext cx="402336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422522"/>
            <a:ext cx="374904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floating_ai_v14.js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925442"/>
            <a:ext cx="3749040" cy="1783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우측 하단 "AI" 버튼 + 대화 패널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입력 → /api/chatbot/chat 로 POST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(음악은 /api/music/chatbot/chat)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응답 결과를 메인 추천 그리드에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  곧바로 카드로 렌더링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• 취향 state ↔ 추천 카드 한 화면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199" y="4057182"/>
            <a:ext cx="822960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4057182"/>
            <a:ext cx="7955279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92400E"/>
                </a:solidFill>
                <a:latin typeface="Calibri"/>
              </a:rPr>
              <a:t>폼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기반</a:t>
            </a:r>
            <a:r>
              <a:rPr sz="125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입력</a:t>
            </a:r>
            <a:r>
              <a:rPr sz="1250" b="1" dirty="0">
                <a:solidFill>
                  <a:srgbClr val="92400E"/>
                </a:solidFill>
                <a:latin typeface="Calibri"/>
              </a:rPr>
              <a:t> +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자연어</a:t>
            </a:r>
            <a:r>
              <a:rPr sz="125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대화를</a:t>
            </a:r>
            <a:r>
              <a:rPr sz="125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모두</a:t>
            </a:r>
            <a:r>
              <a:rPr sz="125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92400E"/>
                </a:solidFill>
                <a:latin typeface="Calibri"/>
              </a:rPr>
              <a:t>지원</a:t>
            </a:r>
            <a:endParaRPr sz="1250" b="1" dirty="0">
              <a:solidFill>
                <a:srgbClr val="92400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1B2A4A"/>
                </a:solidFill>
                <a:latin typeface="Calibri"/>
              </a:rPr>
              <a:t>개선점</a:t>
            </a:r>
            <a:r>
              <a:rPr sz="2000" b="1" dirty="0">
                <a:solidFill>
                  <a:srgbClr val="1B2A4A"/>
                </a:solidFill>
                <a:latin typeface="Calibri"/>
              </a:rPr>
              <a:t> 3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 err="1">
                <a:solidFill>
                  <a:srgbClr val="0D9488"/>
                </a:solidFill>
                <a:latin typeface="Calibri"/>
              </a:rPr>
              <a:t>데스크톱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앱으로</a:t>
            </a:r>
            <a:r>
              <a:rPr sz="2000" b="1" dirty="0">
                <a:solidFill>
                  <a:srgbClr val="0D9488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D9488"/>
                </a:solidFill>
                <a:latin typeface="Calibri"/>
              </a:rPr>
              <a:t>개발</a:t>
            </a:r>
            <a:endParaRPr sz="2000" b="1" dirty="0">
              <a:solidFill>
                <a:srgbClr val="0D9488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7955279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Python·터미널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lang="ko-KR" altLang="en-US" sz="1300" b="1" dirty="0">
                <a:solidFill>
                  <a:srgbClr val="92400E"/>
                </a:solidFill>
                <a:latin typeface="Calibri"/>
              </a:rPr>
              <a:t>없이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TasteLab.exe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더블클릭만으로</a:t>
            </a:r>
            <a:r>
              <a:rPr sz="1300" b="1" dirty="0">
                <a:solidFill>
                  <a:srgbClr val="92400E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92400E"/>
                </a:solidFill>
                <a:latin typeface="Calibri"/>
              </a:rPr>
              <a:t>실행</a:t>
            </a:r>
            <a:endParaRPr sz="1300" b="1" dirty="0">
              <a:solidFill>
                <a:srgbClr val="92400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2157" y="1691640"/>
            <a:ext cx="1905149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2787" y="1691640"/>
            <a:ext cx="17830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exe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9019" y="1691640"/>
            <a:ext cx="27432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3338" y="1691640"/>
            <a:ext cx="1965960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84779" y="1691640"/>
            <a:ext cx="17830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런처가 uvicorn
서버 백그라운드 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1011" y="1691640"/>
            <a:ext cx="27432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5330" y="1691640"/>
            <a:ext cx="1965960" cy="9144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6770" y="1691640"/>
            <a:ext cx="17830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서버 준비되면
브라우저 자동 오픈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3003" y="1691640"/>
            <a:ext cx="27432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7323" y="1691640"/>
            <a:ext cx="1874519" cy="914400"/>
          </a:xfrm>
          <a:prstGeom prst="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28762" y="1691640"/>
            <a:ext cx="17830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로컬에서 추천
(데이터·모델 내장)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구현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PyInstaller로 로컬 FastAPI 서버 + 웹 UI를 하나의 exe로 패키징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app_paths.py : 개발/배포 모드 구분, 최초 실행 시 movies.db·.env 자동 준비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• desktop_launcher.py : Tkinter GUI 런처 + 서버 프로세스 관리(종료 시 자동 정리)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955279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dirty="0" err="1">
                <a:solidFill>
                  <a:srgbClr val="D1FAF0"/>
                </a:solidFill>
                <a:latin typeface="Calibri"/>
              </a:rPr>
              <a:t>설치·실행이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쉬워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배포성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향상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+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클라우드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없이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로컬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개인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데이터로</a:t>
            </a:r>
            <a:r>
              <a:rPr sz="1250" b="1" dirty="0">
                <a:solidFill>
                  <a:srgbClr val="D1FAF0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D1FAF0"/>
                </a:solidFill>
                <a:latin typeface="Calibri"/>
              </a:rPr>
              <a:t>추천</a:t>
            </a:r>
            <a:endParaRPr sz="1250" b="1" dirty="0">
              <a:solidFill>
                <a:srgbClr val="D1FA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dirty="0">
                <a:solidFill>
                  <a:srgbClr val="1B2A4A"/>
                </a:solidFill>
                <a:latin typeface="Calibri"/>
              </a:rPr>
              <a:t>구 </a:t>
            </a:r>
            <a:r>
              <a:rPr sz="2600" b="1" dirty="0" err="1">
                <a:solidFill>
                  <a:srgbClr val="1B2A4A"/>
                </a:solidFill>
                <a:latin typeface="Calibri"/>
              </a:rPr>
              <a:t>버전</a:t>
            </a:r>
            <a:r>
              <a:rPr sz="2600" b="1" dirty="0">
                <a:solidFill>
                  <a:srgbClr val="1B2A4A"/>
                </a:solidFill>
                <a:latin typeface="Calibri"/>
              </a:rPr>
              <a:t> → 신 </a:t>
            </a:r>
            <a:r>
              <a:rPr sz="2600" b="1" dirty="0" err="1">
                <a:solidFill>
                  <a:srgbClr val="1B2A4A"/>
                </a:solidFill>
                <a:latin typeface="Calibri"/>
              </a:rPr>
              <a:t>버전</a:t>
            </a:r>
            <a:r>
              <a:rPr sz="26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1B2A4A"/>
                </a:solidFill>
                <a:latin typeface="Calibri"/>
              </a:rPr>
              <a:t>정리</a:t>
            </a:r>
            <a:endParaRPr sz="26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6294"/>
            <a:ext cx="402336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6294"/>
            <a:ext cx="4023360" cy="4572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6294"/>
            <a:ext cx="4023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구 버전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30654"/>
            <a:ext cx="36576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endParaRPr lang="en-US" sz="13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dirty="0">
                <a:solidFill>
                  <a:srgbClr val="1E293B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단일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사용자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취향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저장</a:t>
            </a:r>
            <a:endParaRPr lang="en-US" sz="13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3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dirty="0">
                <a:solidFill>
                  <a:srgbClr val="1E293B"/>
                </a:solidFill>
                <a:latin typeface="Calibri"/>
              </a:rPr>
              <a:t>• 폼(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테이블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)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기반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추천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UI</a:t>
            </a:r>
            <a:endParaRPr lang="en-US" sz="13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300" b="0" dirty="0">
              <a:solidFill>
                <a:srgbClr val="1E293B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dirty="0">
                <a:solidFill>
                  <a:srgbClr val="1E293B"/>
                </a:solidFill>
                <a:latin typeface="Calibri"/>
              </a:rPr>
              <a:t>•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서버는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개발자용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터미널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E293B"/>
                </a:solidFill>
                <a:latin typeface="Calibri"/>
              </a:rPr>
              <a:t>실행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36294"/>
            <a:ext cx="4023360" cy="310896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1236294"/>
            <a:ext cx="402336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236294"/>
            <a:ext cx="4023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신 버전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830654"/>
            <a:ext cx="365760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endParaRPr lang="en-US" sz="1300" b="1" dirty="0">
              <a:solidFill>
                <a:srgbClr val="1B2A4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•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프로필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3개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개인화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+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피드백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학습</a:t>
            </a:r>
            <a:endParaRPr lang="en-US" sz="1300" b="1" dirty="0">
              <a:solidFill>
                <a:srgbClr val="1B2A4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300" b="1" dirty="0">
              <a:solidFill>
                <a:srgbClr val="1B2A4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•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자연어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AI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챗봇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+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플로팅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위젯</a:t>
            </a:r>
            <a:endParaRPr lang="en-US" sz="1300" b="1" dirty="0">
              <a:solidFill>
                <a:srgbClr val="1B2A4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endParaRPr sz="1300" b="1" dirty="0">
              <a:solidFill>
                <a:srgbClr val="1B2A4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1" dirty="0">
                <a:solidFill>
                  <a:srgbClr val="1B2A4A"/>
                </a:solidFill>
                <a:latin typeface="Calibri"/>
              </a:rPr>
              <a:t>• TasteLab.exe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배포형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B2A4A"/>
                </a:solidFill>
                <a:latin typeface="Calibri"/>
              </a:rPr>
              <a:t>데스크톱</a:t>
            </a:r>
            <a:r>
              <a:rPr sz="1300" b="1" dirty="0">
                <a:solidFill>
                  <a:srgbClr val="1B2A4A"/>
                </a:solidFill>
                <a:latin typeface="Calibri"/>
              </a:rPr>
              <a:t> 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1B2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472</Words>
  <Application>Microsoft Office PowerPoint</Application>
  <PresentationFormat>화면 슬라이드 쇼(16:9)</PresentationFormat>
  <Paragraphs>85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호준 김</cp:lastModifiedBy>
  <cp:revision>3</cp:revision>
  <dcterms:created xsi:type="dcterms:W3CDTF">2013-01-27T09:14:16Z</dcterms:created>
  <dcterms:modified xsi:type="dcterms:W3CDTF">2026-06-02T15:18:44Z</dcterms:modified>
  <cp:category/>
</cp:coreProperties>
</file>